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Sechs Bereiche: Einkaufsliste, Einkaufen am Telefon, Wochenplan, Rezepte, Vorrat, Stammdaten. Jede Familie sieht ausschliesslich ihre eigenen Daten.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Prompt steht in der Anwendung und beschreibt das Datenformat so genau, dass das Ergebnis ohne Nacharbeit passt. Die Anwendung selbst spricht mit keinem KI-Dienst -- das Kopieren macht der Anwender.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vollstaendige Datenschutzerklaerung steht unter /datenschutz und nennt Rechtsgrundlagen, Speicherdauer und die Rechte der betroffenen Personen im Einzelnen.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C1D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Wocheneinkauf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Einkaufsliste der Familie — vom Vorrat über den Wochenplan bis vor das Regal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692640" y="38404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rgbClr val="457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778240" y="122529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Bereiche, eine Anwendung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2EFE9"/>
          </a:solidFill>
          <a:ln w="9525">
            <a:solidFill>
              <a:srgbClr val="DCD6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76856"/>
            <a:ext cx="512064" cy="512064"/>
          </a:xfrm>
          <a:prstGeom prst="ellipse">
            <a:avLst/>
          </a:prstGeom>
          <a:solidFill>
            <a:srgbClr val="457A00"/>
          </a:solidFill>
          <a:ln w="12700">
            <a:solidFill>
              <a:srgbClr val="457A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40487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331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D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Einkaufsliste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7240" y="289864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Freitext wie „2 l Milch“ wird zerlegt, einsortiert und nach Regalbereichen des Marktes geordnet.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43400" y="2057400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2EFE9"/>
          </a:solidFill>
          <a:ln w="9525">
            <a:solidFill>
              <a:srgbClr val="DCD6C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2276856"/>
            <a:ext cx="512064" cy="512064"/>
          </a:xfrm>
          <a:prstGeom prst="ellipse">
            <a:avLst/>
          </a:prstGeom>
          <a:solidFill>
            <a:srgbClr val="457A00"/>
          </a:solidFill>
          <a:ln w="12700">
            <a:solidFill>
              <a:srgbClr val="457A0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240487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2080" y="2331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D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Einkaufen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572000" y="289864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Ansicht fürs Telefon: große Flächen, abhaken ohne Neuladen, offline lesbar.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38160" y="2057400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2EFE9"/>
          </a:solidFill>
          <a:ln w="9525">
            <a:solidFill>
              <a:srgbClr val="DCD6C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66760" y="2276856"/>
            <a:ext cx="512064" cy="512064"/>
          </a:xfrm>
          <a:prstGeom prst="ellipse">
            <a:avLst/>
          </a:prstGeom>
          <a:solidFill>
            <a:srgbClr val="457A00"/>
          </a:solidFill>
          <a:ln w="12700">
            <a:solidFill>
              <a:srgbClr val="457A0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240487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06840" y="2331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D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Wochenplan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366760" y="289864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Abendessen je Tag, Vorschläge aus dem eigenen Bestand, auf Knopfdruck auf die Liste.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4069080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2EFE9"/>
          </a:solidFill>
          <a:ln w="9525">
            <a:solidFill>
              <a:srgbClr val="DCD6C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77240" y="4288536"/>
            <a:ext cx="512064" cy="512064"/>
          </a:xfrm>
          <a:prstGeom prst="ellipse">
            <a:avLst/>
          </a:prstGeom>
          <a:solidFill>
            <a:srgbClr val="457A00"/>
          </a:solidFill>
          <a:ln w="12700">
            <a:solidFill>
              <a:srgbClr val="457A0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416552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17320" y="4343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D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Rezepte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777240" y="491032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Zutaten mit dem Artikelstamm verknüpft, Schlagworte für Abwechslung, Import per KI.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343400" y="4069080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2EFE9"/>
          </a:solidFill>
          <a:ln w="9525">
            <a:solidFill>
              <a:srgbClr val="DCD6CB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572000" y="4288536"/>
            <a:ext cx="512064" cy="512064"/>
          </a:xfrm>
          <a:prstGeom prst="ellipse">
            <a:avLst/>
          </a:prstGeom>
          <a:solidFill>
            <a:srgbClr val="457A00"/>
          </a:solidFill>
          <a:ln w="12700">
            <a:solidFill>
              <a:srgbClr val="457A00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016" y="4416552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212080" y="4343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D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Vorrat</a:t>
            </a:r>
            <a:endParaRPr lang="en-US" sz="1700" dirty="0"/>
          </a:p>
        </p:txBody>
      </p:sp>
      <p:sp>
        <p:nvSpPr>
          <p:cNvPr id="30" name="Text 23"/>
          <p:cNvSpPr/>
          <p:nvPr/>
        </p:nvSpPr>
        <p:spPr>
          <a:xfrm>
            <a:off x="4572000" y="491032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Sollmengen je Artikel; die Bestandsaufnahme schlägt Fehlmengen vor — übernommen wird nach Bestätigung.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8138160" y="4069080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2EFE9"/>
          </a:solidFill>
          <a:ln w="9525">
            <a:solidFill>
              <a:srgbClr val="DCD6CB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366760" y="4288536"/>
            <a:ext cx="512064" cy="512064"/>
          </a:xfrm>
          <a:prstGeom prst="ellipse">
            <a:avLst/>
          </a:prstGeom>
          <a:solidFill>
            <a:srgbClr val="457A00"/>
          </a:solidFill>
          <a:ln w="12700">
            <a:solidFill>
              <a:srgbClr val="457A00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776" y="4416552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006840" y="4343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D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Stammdaten</a:t>
            </a:r>
            <a:endParaRPr lang="en-US" sz="1700" dirty="0"/>
          </a:p>
        </p:txBody>
      </p:sp>
      <p:sp>
        <p:nvSpPr>
          <p:cNvPr id="35" name="Text 27"/>
          <p:cNvSpPr/>
          <p:nvPr/>
        </p:nvSpPr>
        <p:spPr>
          <a:xfrm>
            <a:off x="8366760" y="491032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Warengruppen, Märkte mit Regalbereichen, Artikel. Grundsortiment mit 145 Artikeln ladbar.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548640" y="6053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Mehrere Familien getrennt · Rollen vom Inhaber bis zum Kind · Als App auf dem Startbildschirm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B47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DFB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Rezepte mit KI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Auftrag an eine Sprach-KI, drei Schritte — und die Rezepte stehen im Wochenplan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74720" cy="2331720"/>
          </a:xfrm>
          <a:prstGeom prst="roundRect">
            <a:avLst>
              <a:gd name="adj" fmla="val 4706"/>
            </a:avLst>
          </a:prstGeom>
          <a:solidFill>
            <a:srgbClr val="3A5F12"/>
          </a:solidFill>
          <a:ln w="9525">
            <a:solidFill>
              <a:srgbClr val="4E7A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203704"/>
            <a:ext cx="548640" cy="548640"/>
          </a:xfrm>
          <a:prstGeom prst="ellipse">
            <a:avLst/>
          </a:prstGeom>
          <a:solidFill>
            <a:srgbClr val="C86D51"/>
          </a:solidFill>
          <a:ln w="12700">
            <a:solidFill>
              <a:srgbClr val="C86D5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4086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2219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3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463040" y="245973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DFB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Auftrag kopieren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136392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Anwendung liefert den fertigen Text: Format, Felder, Grenzen. Angehängt wird nur der Wunsch — etwa „zehn schnelle Abendessen für vier Personen“.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1965960"/>
            <a:ext cx="3474720" cy="2331720"/>
          </a:xfrm>
          <a:prstGeom prst="roundRect">
            <a:avLst>
              <a:gd name="adj" fmla="val 4706"/>
            </a:avLst>
          </a:prstGeom>
          <a:solidFill>
            <a:srgbClr val="3A5F12"/>
          </a:solidFill>
          <a:ln w="9525">
            <a:solidFill>
              <a:srgbClr val="4E7A1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2203704"/>
            <a:ext cx="548640" cy="548640"/>
          </a:xfrm>
          <a:prstGeom prst="ellipse">
            <a:avLst/>
          </a:prstGeom>
          <a:solidFill>
            <a:srgbClr val="C86D51"/>
          </a:solidFill>
          <a:ln w="12700">
            <a:solidFill>
              <a:srgbClr val="C86D5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34086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22219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3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2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257800" y="245973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DFB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Antwort einfügen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72000" y="3136392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Ergebnis der KI wird in ein Feld eingefügt. Kein Dateiupload, kein Zwischenspeichern, kein fremder Dienst.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38160" y="1965960"/>
            <a:ext cx="3474720" cy="2331720"/>
          </a:xfrm>
          <a:prstGeom prst="roundRect">
            <a:avLst>
              <a:gd name="adj" fmla="val 4706"/>
            </a:avLst>
          </a:prstGeom>
          <a:solidFill>
            <a:srgbClr val="3A5F12"/>
          </a:solidFill>
          <a:ln w="9525">
            <a:solidFill>
              <a:srgbClr val="4E7A1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66760" y="2203704"/>
            <a:ext cx="548640" cy="548640"/>
          </a:xfrm>
          <a:prstGeom prst="ellipse">
            <a:avLst/>
          </a:prstGeom>
          <a:solidFill>
            <a:srgbClr val="C86D51"/>
          </a:solidFill>
          <a:ln w="12700">
            <a:solidFill>
              <a:srgbClr val="C86D5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34086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52560" y="22219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3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3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9052560" y="245973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DFB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Prüfen und übernehmen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366760" y="3136392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die Vorschau, dann die Bestätigung: Was neu ist, was schon existiert, was fehlerhaft war — Zeile für Zeile.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48640" y="46177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DFB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dabei gilt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548640" y="50292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7E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Zutaten werden mit vorhandenen Artikeln verknüpft — neue legt der Import nicht an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7E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Höchstens 200 Rezepte je Durchgang, fehlerhafte werden benannt statt verworfen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7E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Angelegt wird erst nach der Bestätigung, nie beim Einfügen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309360" y="4617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DFB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 dann: planen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6309360" y="502920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7E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Vorschläge achten auf Abwechslung — Küche, Proteinquelle, Abstand zum letzten Mal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7E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Abendessen je Tag; Portionen skalieren die Mengen mit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7E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Knopf überträgt alle Zutaten der Woche auf die Einkaufsliste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C1D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Datenschutz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Haushaltsanwendung braucht keine Besucherdaten — also erhebt sie keine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40680" cy="3611880"/>
          </a:xfrm>
          <a:prstGeom prst="roundRect">
            <a:avLst>
              <a:gd name="adj" fmla="val 3038"/>
            </a:avLst>
          </a:prstGeom>
          <a:solidFill>
            <a:srgbClr val="F7E9E3"/>
          </a:solidFill>
          <a:ln w="9525">
            <a:solidFill>
              <a:srgbClr val="EBD2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86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E4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nicht stattfindet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68680" y="2852928"/>
            <a:ext cx="310896" cy="310896"/>
          </a:xfrm>
          <a:prstGeom prst="ellipse">
            <a:avLst/>
          </a:prstGeom>
          <a:solidFill>
            <a:srgbClr val="C86D51"/>
          </a:solidFill>
          <a:ln w="12700">
            <a:solidFill>
              <a:srgbClr val="C86D5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926080"/>
            <a:ext cx="164592" cy="1645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283464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Tracking, keine Analysewerkzeuge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3529584"/>
            <a:ext cx="310896" cy="310896"/>
          </a:xfrm>
          <a:prstGeom prst="ellipse">
            <a:avLst/>
          </a:prstGeom>
          <a:solidFill>
            <a:srgbClr val="C86D51"/>
          </a:solidFill>
          <a:ln w="12700">
            <a:solidFill>
              <a:srgbClr val="C86D5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3602736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98448" y="351129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Werbung, kein Profiling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68680" y="4206240"/>
            <a:ext cx="310896" cy="310896"/>
          </a:xfrm>
          <a:prstGeom prst="ellipse">
            <a:avLst/>
          </a:prstGeom>
          <a:solidFill>
            <a:srgbClr val="C86D51"/>
          </a:solidFill>
          <a:ln w="12700">
            <a:solidFill>
              <a:srgbClr val="C86D5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279392"/>
            <a:ext cx="164592" cy="1645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98448" y="418795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externen Inhalte, keine fremden Schriften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68680" y="4882896"/>
            <a:ext cx="310896" cy="310896"/>
          </a:xfrm>
          <a:prstGeom prst="ellipse">
            <a:avLst/>
          </a:prstGeom>
          <a:solidFill>
            <a:srgbClr val="C86D51"/>
          </a:solidFill>
          <a:ln w="12700">
            <a:solidFill>
              <a:srgbClr val="C86D51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956048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98448" y="486460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Einwilligungsbanner — weil es nichts einzuwilligen gibt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172200" y="2011680"/>
            <a:ext cx="5440680" cy="3611880"/>
          </a:xfrm>
          <a:prstGeom prst="roundRect">
            <a:avLst>
              <a:gd name="adj" fmla="val 3038"/>
            </a:avLst>
          </a:prstGeom>
          <a:solidFill>
            <a:srgbClr val="EDF3E2"/>
          </a:solidFill>
          <a:ln w="9525">
            <a:solidFill>
              <a:srgbClr val="D6E4C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6492240" y="2286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56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geschützt wird</a:t>
            </a:r>
            <a:endParaRPr lang="en-US" sz="1900" dirty="0"/>
          </a:p>
        </p:txBody>
      </p:sp>
      <p:sp>
        <p:nvSpPr>
          <p:cNvPr id="20" name="Shape 14"/>
          <p:cNvSpPr/>
          <p:nvPr/>
        </p:nvSpPr>
        <p:spPr>
          <a:xfrm>
            <a:off x="6492240" y="2852928"/>
            <a:ext cx="310896" cy="310896"/>
          </a:xfrm>
          <a:prstGeom prst="ellipse">
            <a:avLst/>
          </a:prstGeom>
          <a:solidFill>
            <a:srgbClr val="457A00"/>
          </a:solidFill>
          <a:ln w="12700">
            <a:solidFill>
              <a:srgbClr val="457A00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2926080"/>
            <a:ext cx="164592" cy="16459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22008" y="283464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technisch notwendige Cookies: Sitzung und CSRF-Schutz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6492240" y="3529584"/>
            <a:ext cx="310896" cy="310896"/>
          </a:xfrm>
          <a:prstGeom prst="ellipse">
            <a:avLst/>
          </a:prstGeom>
          <a:solidFill>
            <a:srgbClr val="457A00"/>
          </a:solidFill>
          <a:ln w="12700">
            <a:solidFill>
              <a:srgbClr val="457A00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3602736"/>
            <a:ext cx="164592" cy="16459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22008" y="351129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Übertragung durchgehend über HTTPS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6492240" y="4206240"/>
            <a:ext cx="310896" cy="310896"/>
          </a:xfrm>
          <a:prstGeom prst="ellipse">
            <a:avLst/>
          </a:prstGeom>
          <a:solidFill>
            <a:srgbClr val="457A00"/>
          </a:solidFill>
          <a:ln w="12700">
            <a:solidFill>
              <a:srgbClr val="457A00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5392" y="4279392"/>
            <a:ext cx="164592" cy="16459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922008" y="418795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Passwörter ausschließlich als Hash gespeichert</a:t>
            </a:r>
            <a:endParaRPr lang="en-US" sz="1250" dirty="0"/>
          </a:p>
        </p:txBody>
      </p:sp>
      <p:sp>
        <p:nvSpPr>
          <p:cNvPr id="29" name="Shape 20"/>
          <p:cNvSpPr/>
          <p:nvPr/>
        </p:nvSpPr>
        <p:spPr>
          <a:xfrm>
            <a:off x="6492240" y="4882896"/>
            <a:ext cx="310896" cy="310896"/>
          </a:xfrm>
          <a:prstGeom prst="ellipse">
            <a:avLst/>
          </a:prstGeom>
          <a:solidFill>
            <a:srgbClr val="457A00"/>
          </a:solidFill>
          <a:ln w="12700">
            <a:solidFill>
              <a:srgbClr val="457A00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5392" y="4956048"/>
            <a:ext cx="164592" cy="16459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922008" y="486460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Familien auf drei Ebenen getrennt: Anwendung, Fremdschlüssel, geprüfte Zugriffe</a:t>
            </a:r>
            <a:endParaRPr lang="en-US" sz="1250" dirty="0"/>
          </a:p>
        </p:txBody>
      </p:sp>
      <p:sp>
        <p:nvSpPr>
          <p:cNvPr id="32" name="Text 2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 bei der STRATO AG in Berlin · Löschung des Kontos entfernt die persönlichen Daten · Auskunft, Berichtigung und Datenübertragung auf Anfrage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Wocheneinkauf</dc:title>
  <dc:subject>PptxGenJS Presentation</dc:subject>
  <dc:creator>Wocheneinkauf</dc:creator>
  <cp:lastModifiedBy>Wocheneinkauf</cp:lastModifiedBy>
  <cp:revision>1</cp:revision>
  <dcterms:created xsi:type="dcterms:W3CDTF">2026-08-20T15:58:58Z</dcterms:created>
  <dcterms:modified xsi:type="dcterms:W3CDTF">2026-08-20T15:58:58Z</dcterms:modified>
</cp:coreProperties>
</file>